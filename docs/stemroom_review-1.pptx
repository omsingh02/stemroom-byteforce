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Stemroom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Musicians keep their songs and projects in one place. Admins approve songs before they go public.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1, online music collaboration platform (problem statement 22)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ByteForce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Singh, team lead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Aryan Sharma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Maurya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Musicians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portfolio of songs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projects and add people by email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each project status and deadline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songs, which wait for admin approval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828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accounts and roles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songs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sign-ups on or off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how many projects each musician can own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for Review 2: editing and playing songs, sharing songs in a project, comments, notifications and the activity monitor.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371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7160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and forms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920240" y="1874520"/>
            <a:ext cx="32004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40280" y="1371600"/>
            <a:ext cx="1371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13432" y="137160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AuthFilter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login and role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32004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0" y="1371600"/>
            <a:ext cx="1371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05072" y="137160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the request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0" y="1874520"/>
            <a:ext cx="32004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23560" y="1371600"/>
            <a:ext cx="1371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96712" y="137160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SQL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95160" y="1874520"/>
            <a:ext cx="32004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1371600"/>
            <a:ext cx="1371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88352" y="137160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the 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filter checks the login first. A servlet handles the request, a DAO runs the SQL, and a JSP page prints the result.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103120" cy="365760"/>
          </a:xfrm>
          <a:prstGeom prst="rect">
            <a:avLst/>
          </a:prstGeom>
          <a:solidFill>
            <a:srgbClr val="F3F3F3"/>
          </a:solidFill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103120" cy="9144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(unique)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71600"/>
            <a:ext cx="2103120" cy="365760"/>
          </a:xfrm>
          <a:prstGeom prst="rect">
            <a:avLst/>
          </a:prstGeom>
          <a:solidFill>
            <a:srgbClr val="F3F3F3"/>
          </a:solidFill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37360"/>
            <a:ext cx="2103120" cy="109728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owner_id (FK)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2103120" cy="365760"/>
          </a:xfrm>
          <a:prstGeom prst="rect">
            <a:avLst/>
          </a:prstGeom>
          <a:solidFill>
            <a:srgbClr val="F3F3F3"/>
          </a:solidFill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2103120" cy="9144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owner_id (FK)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200400"/>
            <a:ext cx="2103120" cy="365760"/>
          </a:xfrm>
          <a:prstGeom prst="rect">
            <a:avLst/>
          </a:prstGeom>
          <a:solidFill>
            <a:srgbClr val="F3F3F3"/>
          </a:solidFill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project_members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566160"/>
            <a:ext cx="2103120" cy="54864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project_id (PK, FK)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(PK, FK)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73152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261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00200" y="2651760"/>
            <a:ext cx="0" cy="54864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91640" y="2788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834640"/>
            <a:ext cx="0" cy="36576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926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3716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song starts as pending.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an account deletes what it owns.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List&lt;Project&gt; findVisibleTo(int userId)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Db.query(SELECT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 WHERE p.owner_id = ? OR p.id IN"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 (SELECT project_id FROM project_members"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  WHERE user_id = ?)"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 ORDER BY p.id DESC",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ProjectDao::mapRow, userId, userId);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(Connection c = connect();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ps = c.prepareStatement(sql))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bind(ps, params);   // fills the ? marks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(ResultSet rs = ps.executeQuery())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(rs.next()) rows.add(mapper.map(rs));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go in as parameters, so user input never becomes part of the SQL.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Musician screens</a:t>
            </a:r>
            <a:endParaRPr lang="en-US" sz="3200" dirty="0"/>
          </a:p>
        </p:txBody>
      </p:sp>
      <p:pic>
        <p:nvPicPr>
          <p:cNvPr id="3" name="Image 0" descr="/tmp/claude-0/-home-claude/fe3be3ec-a45f-594c-9d38-97b957a80013/scratchpad/repo/stemroom-byteforce-main/docs/screenshots/03-musicia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88720"/>
            <a:ext cx="3383280" cy="1704423"/>
          </a:xfrm>
          <a:prstGeom prst="rect">
            <a:avLst/>
          </a:prstGeom>
        </p:spPr>
      </p:pic>
      <p:pic>
        <p:nvPicPr>
          <p:cNvPr id="4" name="Image 1" descr="/tmp/claude-0/-home-claude/fe3be3ec-a45f-594c-9d38-97b957a80013/scratchpad/repo/stemroom-byteforce-main/docs/screenshots/04-projects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383280" cy="1704423"/>
          </a:xfrm>
          <a:prstGeom prst="rect">
            <a:avLst/>
          </a:prstGeom>
        </p:spPr>
      </p:pic>
      <p:pic>
        <p:nvPicPr>
          <p:cNvPr id="5" name="Image 2" descr="/tmp/claude-0/-home-claude/fe3be3ec-a45f-594c-9d38-97b957a80013/scratchpad/repo/stemroom-byteforce-main/docs/screenshots/05-project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063240"/>
            <a:ext cx="3383280" cy="1704423"/>
          </a:xfrm>
          <a:prstGeom prst="rect">
            <a:avLst/>
          </a:prstGeom>
        </p:spPr>
      </p:pic>
      <p:pic>
        <p:nvPicPr>
          <p:cNvPr id="6" name="Image 3" descr="/tmp/claude-0/-home-claude/fe3be3ec-a45f-594c-9d38-97b957a80013/scratchpad/repo/stemroom-byteforce-main/docs/screenshots/06-project-ne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063240"/>
            <a:ext cx="3383280" cy="1704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portfolio</a:t>
            </a:r>
            <a:endParaRPr lang="en-US" sz="3200" dirty="0"/>
          </a:p>
        </p:txBody>
      </p:sp>
      <p:pic>
        <p:nvPicPr>
          <p:cNvPr id="3" name="Image 0" descr="/tmp/claude-0/-home-claude/fe3be3ec-a45f-594c-9d38-97b957a80013/scratchpad/repo/stemroom-byteforce-main/docs/screen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88720"/>
            <a:ext cx="3383280" cy="1704423"/>
          </a:xfrm>
          <a:prstGeom prst="rect">
            <a:avLst/>
          </a:prstGeom>
        </p:spPr>
      </p:pic>
      <p:pic>
        <p:nvPicPr>
          <p:cNvPr id="4" name="Image 1" descr="/tmp/claude-0/-home-claude/fe3be3ec-a45f-594c-9d38-97b957a80013/scratchpad/repo/stemroom-byteforce-main/docs/screenshots/02-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383280" cy="1704423"/>
          </a:xfrm>
          <a:prstGeom prst="rect">
            <a:avLst/>
          </a:prstGeom>
        </p:spPr>
      </p:pic>
      <p:pic>
        <p:nvPicPr>
          <p:cNvPr id="5" name="Image 2" descr="/tmp/claude-0/-home-claude/fe3be3ec-a45f-594c-9d38-97b957a80013/scratchpad/repo/stemroom-byteforce-main/docs/screenshots/07-portfol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063240"/>
            <a:ext cx="3383280" cy="17044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screens</a:t>
            </a:r>
            <a:endParaRPr lang="en-US" sz="3200" dirty="0"/>
          </a:p>
        </p:txBody>
      </p:sp>
      <p:pic>
        <p:nvPicPr>
          <p:cNvPr id="3" name="Image 0" descr="/tmp/claude-0/-home-claude/fe3be3ec-a45f-594c-9d38-97b957a80013/scratchpad/repo/stemroom-byteforce-main/docs/screenshots/08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188720"/>
            <a:ext cx="3383280" cy="1704423"/>
          </a:xfrm>
          <a:prstGeom prst="rect">
            <a:avLst/>
          </a:prstGeom>
        </p:spPr>
      </p:pic>
      <p:pic>
        <p:nvPicPr>
          <p:cNvPr id="4" name="Image 1" descr="/tmp/claude-0/-home-claude/fe3be3ec-a45f-594c-9d38-97b957a80013/scratchpad/repo/stemroom-byteforce-main/docs/screenshots/09-admin-mode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383280" cy="1704423"/>
          </a:xfrm>
          <a:prstGeom prst="rect">
            <a:avLst/>
          </a:prstGeom>
        </p:spPr>
      </p:pic>
      <p:pic>
        <p:nvPicPr>
          <p:cNvPr id="5" name="Image 2" descr="/tmp/claude-0/-home-claude/fe3be3ec-a45f-594c-9d38-97b957a80013/scratchpad/repo/stemroom-byteforce-main/docs/screenshots/10-admin-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063240"/>
            <a:ext cx="3383280" cy="1704423"/>
          </a:xfrm>
          <a:prstGeom prst="rect">
            <a:avLst/>
          </a:prstGeom>
        </p:spPr>
      </p:pic>
      <p:pic>
        <p:nvPicPr>
          <p:cNvPr id="6" name="Image 3" descr="/tmp/claude-0/-home-claude/fe3be3ec-a45f-594c-9d38-97b957a80013/scratchpad/repo/stemroom-byteforce-main/docs/screenshots/11-admin-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063240"/>
            <a:ext cx="3383280" cy="17044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Stemroom Review 1</dc:title>
  <dc:subject>PptxGenJS Presentation</dc:subject>
  <dc:creator>ByteForce</dc:creator>
  <cp:lastModifiedBy>ByteForce</cp:lastModifiedBy>
  <cp:revision>1</cp:revision>
  <dcterms:created xsi:type="dcterms:W3CDTF">2026-10-15T17:54:44Z</dcterms:created>
  <dcterms:modified xsi:type="dcterms:W3CDTF">2026-10-15T17:54:44Z</dcterms:modified>
</cp:coreProperties>
</file>